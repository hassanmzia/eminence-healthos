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HealthOS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AI Infrastructure for Digital Healthcare Platforms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in Healthcare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monitoring tools</a:t>
            </a:r>
          </a:p>
          <a:p>
            <a:r>
              <a:t>Disconnected telehealth systems</a:t>
            </a:r>
          </a:p>
          <a:p>
            <a:r>
              <a:t>Manual workflows</a:t>
            </a:r>
          </a:p>
          <a:p>
            <a:r>
              <a:t>Limited real‑time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HealthOS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platform integrating:</a:t>
            </a:r>
          </a:p>
          <a:p>
            <a:r>
              <a:t>• Remote Patient Monitoring</a:t>
            </a:r>
          </a:p>
          <a:p>
            <a:r>
              <a:t>• Telehealth Workflows</a:t>
            </a:r>
          </a:p>
          <a:p>
            <a:r>
              <a:t>• Automation</a:t>
            </a:r>
          </a:p>
          <a:p>
            <a:r>
              <a:t>•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Applications → API Gateway → Orchestrator → Domain Services → Data Platform → Integrations →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 Signal → AI Agents → Risk Assessment → Telehealth Escalation → Care Team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Kubernetes infrastructure</a:t>
            </a:r>
          </a:p>
          <a:p>
            <a:r>
              <a:t>Scalable microservices</a:t>
            </a:r>
          </a:p>
          <a:p>
            <a:r>
              <a:t>Secure healthcare integrations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SaaS platform</a:t>
            </a:r>
          </a:p>
          <a:p>
            <a:r>
              <a:t>Typical contract value: $300K–$600K annually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RPM</a:t>
            </a:r>
          </a:p>
          <a:p>
            <a:r>
              <a:t>Year 2: Telehealth</a:t>
            </a:r>
          </a:p>
          <a:p>
            <a:r>
              <a:t>Year 3: Automation</a:t>
            </a:r>
          </a:p>
          <a:p>
            <a:r>
              <a:t>Year 4+: Analytics and ecosystem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HealthOS becomes the AI Operating System for Digital Healthcare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