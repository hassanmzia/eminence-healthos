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EMINENCE HEALTHOS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</a:defRPr>
            </a:pPr>
            <a:r>
              <a:t>The AI Operating System for Digital Healthcare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Healthcare runs on 5+ disconnected systems costing $1.35T in annual waste. 86% of clinicians report burnout. No AI-native platform exists to unify clinical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HealthOS unifies RPM, Telehealth, Operations, and Analytics through 30 specialized AI agents in one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79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Remote Patient Monitoring — AI anomaly detection, trend analysis, smart alerts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Telehealth — Video visits, ambient AI documentation, automated follow-up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Operations Automation — Scheduling, prior auth, referrals, revenue cycle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Population Health — Cohort analysis, readmission prediction, executive dashboards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15 Total Modules — Digital Twin, Pharmacy, Labs, Imaging, Mental Health, and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WHY HEALTHOS?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AI-Native — 30 specialized agents across 5 layers, not a chatbot add-on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Unified — One platform replaces 5+ systems, 40-60% TCO reduction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HIPAA by Design — Zero-trust, AES-256-GCM encryption, full audit trails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Interoperable — FHIR R4 native, integrates with any EHR/pharmacy/lab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</a:defRPr>
            </a:pPr>
            <a:r>
              <a:t>Enterprise Scale — Kubernetes-native, 100 to 100,000+ patients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68580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49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MEASURABLE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F0F0"/>
                </a:solidFill>
              </a:defRPr>
            </a:pPr>
            <a:r>
              <a:t>Admin</a:t>
            </a:r>
            <a:br/>
            <a: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8521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F0F0"/>
                </a:solidFill>
              </a:defRPr>
            </a:pPr>
            <a:r>
              <a:t>Readmission</a:t>
            </a:r>
            <a:br/>
            <a:r>
              <a:t>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8521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F0F0"/>
                </a:solidFill>
              </a:defRPr>
            </a:pPr>
            <a:r>
              <a:t>Less Doc</a:t>
            </a:r>
            <a:br/>
            <a:r>
              <a:t>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599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40-60%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599" y="58521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F0F0"/>
                </a:solidFill>
              </a:defRPr>
            </a:pPr>
            <a:r>
              <a:t>Cost</a:t>
            </a:r>
            <a:br/>
            <a:r>
              <a:t>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629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Backend: Python 3.12, FastAPI, Temporal, Kafka | AI: Claude, GPT-4, Ollama, XGBoost, PyTorch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Data: PostgreSQL, Redis, Qdrant, Neo4j | Frontend: React, Next.js 15, TypeScript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Infra: Docker, Kubernetes, Helm, Terraform | CI/CD: GitHub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315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BUSINESS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589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Platform License (SaaS) — Annual subscription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Module Add-Ons — Start RPM, expand to full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Implementation Services — Custom integrations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AI Marketplace — Third-party model revenue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7315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TARGET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7589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Mid-size health systems (50-500 beds)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Multi-site physician groups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Accountable Care Organizations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</a:defRPr>
            </a:pPr>
            <a:r>
              <a:t>Digital health companies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8961120"/>
            <a:ext cx="77724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90982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EMINENCE TECH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418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688"/>
                </a:solidFill>
              </a:defRPr>
            </a:pPr>
            <a:r>
              <a:t>sales@eminencetech.com | www.eminencetech.com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9692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F0F0"/>
                </a:solidFill>
              </a:defRPr>
            </a:pPr>
            <a:r>
              <a:t>Intelligent Healthcare, Unified.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