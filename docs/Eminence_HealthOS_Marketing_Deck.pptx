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Eminence HealthOS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88"/>
                </a:solidFill>
              </a:defRPr>
            </a:pPr>
            <a:r>
              <a:t>Intelligent Healthcare, Unified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</a:defRPr>
            </a:pPr>
            <a:r>
              <a:t>Product Marketing Deck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What is Eminence HealthOS?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HealthOS is the first AI-native healthcare operating system. It unifies remote patient monitoring, telehealth, operations automation, and population health analytics into a single intelligent platform powered by 30 specialized AI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3383280" cy="25603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Reduce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Automate 60%+ of administrative tasks. Reduce readmissions by up to 30%.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74720"/>
            <a:ext cx="3383280" cy="25603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Improve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AI-driven anomaly detection catches deterioration days earlier.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74720"/>
            <a:ext cx="3383280" cy="256032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657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Unify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389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One platform replaces 5+ disconnected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For Clinicians &amp; Care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AI-prepared visit summaries before every consultation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Real-time vitals monitoring with intelligent anomaly alerts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Ambient AI documentation — notes write themselves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One-click lab orders, prescriptions, and referrals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Risk-stratified patient panels with actionable insights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Telehealth with integrated clinical decision support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Automated follow-up plans and care coordination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For Health Systems &amp;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Population health analytics with executive dashboards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prior authorizations and insurance verification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Revenue cycle optimization with AI-powered coding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Multi-tenant architecture for health system networks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HIPAA-compliant with full audit trail and compliance reporting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Scalable from 100 to 100,000+ patients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administrative FTEs by 40-60%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HealthOS?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30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Not a single chatbot. 30 specialized agents working together across 5 operational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37160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AI-Native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Built AI-first from the ground up. Not an EHR with AI bolted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One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RPM + Telehealth + Operations + Analytics in one unified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HIPAA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Zero-trust architecture, field-level PHI encryption, complete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84048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Interoperable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572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FHIR R4 native. Integrates with any EHR, pharmacy, lab, or payer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840480"/>
            <a:ext cx="35661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</a:defRPr>
            </a:pPr>
            <a:r>
              <a:t>Enterprise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</a:defRPr>
            </a:pPr>
            <a:r>
              <a:t>Kubernetes-native, event-driven. Scales from clinic to health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</a:defRPr>
            </a:pPr>
            <a:r>
              <a:t>Getting Started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1. Discovery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We understand your organization's needs, workflows, and integration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2. Platform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See HealthOS in action with your clinical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3. Pilot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34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Deploy a focused pilot (e.g., RPM for a specific patient cohort).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4. Full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149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Expand to full platform with additional modules and integrations.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Ready to Transform</a:t>
            </a:r>
            <a:br/>
            <a:r>
              <a:t>Your Healthcare Operations?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88"/>
                </a:solidFill>
              </a:defRPr>
            </a:pPr>
            <a:r>
              <a:t>Schedule a demo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0"/>
                </a:solidFill>
              </a:defRPr>
            </a:pPr>
            <a:r>
              <a:t>sales@eminencetech.com | www.eminencetech.com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