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Eminence HealthOS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688"/>
                </a:solidFill>
              </a:defRPr>
            </a:pPr>
            <a:r>
              <a:t>The AI Operating System for Digital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0F0F0"/>
                </a:solidFill>
              </a:defRPr>
            </a:pPr>
            <a:r>
              <a:t>Investor Pitch Deck |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53935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</a:defRPr>
            </a:pPr>
            <a:r>
              <a:t>The $4.5T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Healthcare IT is a $350B+ market of disconnected point solutions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30% of healthcare spending is administrative waste ($1.35T)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Clinicians spend 2 hours on documentation for every 1 hour with patients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unified AI platform exists to orchestrate clinical workflows end-to-end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Existing solutions bolt on AI — they weren't designed AI-first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9688"/>
                </a:solidFill>
              </a:defRPr>
            </a:pPr>
            <a:r>
              <a:t>HealthOS is the first AI-native operating system that unifies RPM, Telehealth, Operations, and Analytics through 30 specialized AI agents.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743200"/>
            <a:ext cx="2651760" cy="3200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88"/>
                </a:solidFill>
              </a:defRPr>
            </a:pPr>
            <a:r>
              <a:t>Unified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0F0F0"/>
                </a:solidFill>
              </a:defRPr>
            </a:pPr>
            <a:r>
              <a:t>One system replaces 5+ disconnected tools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2743200"/>
            <a:ext cx="2651760" cy="3200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88"/>
                </a:solidFill>
              </a:defRPr>
            </a:pPr>
            <a:r>
              <a:t>30 AI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38404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0F0F0"/>
                </a:solidFill>
              </a:defRPr>
            </a:pPr>
            <a:r>
              <a:t>Specialized agents for every clinical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743200"/>
            <a:ext cx="2651760" cy="3200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88"/>
                </a:solidFill>
              </a:defRPr>
            </a:pPr>
            <a:r>
              <a:t>HIPAA Native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8404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0F0F0"/>
                </a:solidFill>
              </a:defRPr>
            </a:pPr>
            <a:r>
              <a:t>Zero-trust security, PHI encryption, full audit trails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2743200"/>
            <a:ext cx="2651760" cy="3200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116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88"/>
                </a:solidFill>
              </a:defRPr>
            </a:pPr>
            <a:r>
              <a:t>Enterprise 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38404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0F0F0"/>
                </a:solidFill>
              </a:defRPr>
            </a:pPr>
            <a:r>
              <a:t>Multi-tenant, Kubernetes-native, horizontally scalable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</a:defRPr>
            </a:pPr>
            <a:r>
              <a:t>Market Opportunity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3200400" cy="274320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TAM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9688"/>
                </a:solidFill>
              </a:defRPr>
            </a:pPr>
            <a:r>
              <a:t>$350B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4747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Global Healthcare IT Market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645920"/>
            <a:ext cx="3200400" cy="274320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8288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SAM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46888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9688"/>
                </a:solidFill>
              </a:defRPr>
            </a:pPr>
            <a:r>
              <a:t>$45B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4747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AI in Healthcare Market (2026)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645920"/>
            <a:ext cx="3200400" cy="274320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8288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SOM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46888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9688"/>
                </a:solidFill>
              </a:defRPr>
            </a:pPr>
            <a:r>
              <a:t>$2B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4747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AI-Native Healthcare Platforms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548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Healthcare AI market growing at 45% CAGR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RPM market alone projected at $175B by 2030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Telehealth adoption permanently elevated post-pandemic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Regulatory tailwinds: CMS RPM reimbursement expansion, ONC interoperability mandates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Product: 15 Modules, One Platform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2651760" cy="4572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88"/>
                </a:solidFill>
              </a:defRPr>
            </a:pPr>
            <a:r>
              <a:t>Core Clinical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Remote Patient Monitoring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Telehealth &amp; Video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Digital Twin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Ambient AI Documentation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463040"/>
            <a:ext cx="2651760" cy="4572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88"/>
                </a:solidFill>
              </a:defRPr>
            </a:pPr>
            <a:r>
              <a:t>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219456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Smart Scheduling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Prior Authorization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Revenue Cycle Mgmt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Referral Coordination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2651760" cy="4572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88"/>
                </a:solidFill>
              </a:defRPr>
            </a:pPr>
            <a:r>
              <a:t>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Population Health Analytics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Risk Prediction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Cohort Segmentation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Executive Insights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1463040"/>
            <a:ext cx="2651760" cy="4572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88"/>
                </a:solidFill>
              </a:defRPr>
            </a:pPr>
            <a:r>
              <a:t>Specialty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219456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Pharmacy &amp; Medications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Labs Integration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Medical Imaging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Mental Health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</a:defRPr>
            </a:pPr>
            <a:r>
              <a:t>Why HealthOS Wins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303520" cy="137160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AI-Native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30 specialized agents vs. generic AI add-ons. Purpose-built multi-agent system is the core technical moat.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303520" cy="137160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Unified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One platform replaces 5+ point solutions. Lower TCO, unified data, consistent experience.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5303520" cy="137160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Enterprise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Zero-trust, HIPAA-native, multi-tenant. Not bolted-on compliance — built from day 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017520"/>
            <a:ext cx="5303520" cy="137160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1089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Interoperability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5661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FHIR R4 native with HL7, NCPDP, X12 support. Seamless EHR integration.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63440"/>
            <a:ext cx="5303520" cy="137160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54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Scalable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120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Kubernetes-native, event-driven, horizontally scalable. From 100 to 100,000+ patients.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663440"/>
            <a:ext cx="5303520" cy="137160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754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Speed to Market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2120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Modular architecture enables rapid deployment. New modules in weeks, not months.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Business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51560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88"/>
                </a:solidFill>
              </a:defRPr>
            </a:pPr>
            <a:r>
              <a:t>Platform License (SaaS)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74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0"/>
                </a:solidFill>
              </a:defRPr>
            </a:pPr>
            <a:r>
              <a:t>Annual subscription per organization. Tiered by modules and patient volume.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1051560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88"/>
                </a:solidFill>
              </a:defRPr>
            </a:pPr>
            <a:r>
              <a:t>Module Add-Ons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154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0"/>
                </a:solidFill>
              </a:defRPr>
            </a:pPr>
            <a:r>
              <a:t>Additional modules purchased separately. Start with RPM, expand to full platform.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51560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023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88"/>
                </a:solidFill>
              </a:defRPr>
            </a:pPr>
            <a:r>
              <a:t>Implementation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34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0"/>
                </a:solidFill>
              </a:defRPr>
            </a:pPr>
            <a:r>
              <a:t>Custom EHR integrations, data migration, workflow configuration. Billable professional services.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12079"/>
            <a:ext cx="1051560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30351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88"/>
                </a:solidFill>
              </a:defRPr>
            </a:pPr>
            <a:r>
              <a:t>AI Marketplace 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71499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0"/>
                </a:solidFill>
              </a:defRPr>
            </a:pPr>
            <a:r>
              <a:t>Revenue share from third-party AI models deployed on the platform.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</a:defRPr>
            </a:pPr>
            <a:r>
              <a:t>Go-to-Market Strategy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515600" cy="137160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Phase 1: Land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74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Target mid-size health systems (50-500 beds) with RPM module as entry point. Value prop: reduce readmissions by 30%, automate 60% of vitals monitoring.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10515600" cy="137160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Phase 2: Expand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5204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Upsell telehealth + operations modules to existing RPM customers. Cross-sell analytics for population health.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10515600" cy="137160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Phase 3: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1663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Full platform deployment. AI marketplace for third-party models. Research &amp; genomics modules for academic medical centers.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About Eminence Tech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AI Platform Vendor — not a contractor or consultant</a:t>
            </a:r>
          </a:p>
          <a:p>
            <a:pPr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Full ownership of core platform IP (agent orchestration, ML pipelines, security framework)</a:t>
            </a:r>
          </a:p>
          <a:p>
            <a:pPr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Licensable enterprise SaaS with protected intellectual property</a:t>
            </a:r>
          </a:p>
          <a:p>
            <a:pPr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Three-layer product boundary: Core Platform (IP) | Licensed Modules | Client Services</a:t>
            </a:r>
          </a:p>
          <a:p>
            <a:pPr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Built by engineers with deep expertise in healthcare AI, distributed systems, and clinical workflows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Let's Build the Future</a:t>
            </a:r>
            <a:br/>
            <a:r>
              <a:t>of Healthcare AI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9688"/>
                </a:solidFill>
              </a:defRPr>
            </a:pPr>
            <a:r>
              <a:t>Eminence HealthOS — The AI Operating System for Digital Healthcare Platforms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0F0F0"/>
                </a:solidFill>
              </a:defRPr>
            </a:pPr>
            <a:r>
              <a:t>contact@eminencetech.com | www.eminencetech.com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